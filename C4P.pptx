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534EA8-665C-4C43-9982-A55B34B6CA8B}" v="3" dt="2026-08-24T08:14:13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F1F99-A9DE-BCC3-25C3-E7E302D30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E156C-4EC8-28C5-E9C0-EAC5B1098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1DE19-9597-325D-5949-31F43F90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B1EAB-B484-3E35-1B79-656FFD11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7C1D7-5268-D766-849F-45EE5E7F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6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6D162-01E9-A865-6934-65A2BA12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81982-CE13-3681-7783-EF9FFF1B6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C485E-A9CB-9A5A-BF94-0558DE84D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31D7D-9F01-E70A-8ABA-AFAA316CD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B1725-4CE6-8A8C-1649-E27F1564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8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A3C6-518B-3F9E-99D3-3831C4E3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743B0-AB50-2D60-1254-7E0612C77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B0ACA-990F-D43C-0031-727ED541E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836DE-F6A7-0F1D-880F-313EA39C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98256-84B7-5008-E329-445D670D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5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850C-5F27-7251-49AF-3E188CB2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2427-431D-5B40-FCAE-CA26A2ED2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45D9C-885C-1B3B-7E9E-D2187C6AF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E7360-6639-E57C-5751-7112562D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F9030-0BA3-2DEB-6BF6-D2581A90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F42CB-1434-DB6F-48C4-D5C30E446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9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F333-38D0-3143-39C0-B3648ABB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9B337-90F1-AE42-5E1B-5389D8DFC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AFE51-BE12-FF28-0C41-0F0735FD3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80540-6911-11D9-8238-AEF918529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66C33-495B-2314-3650-ED9645545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B04793-131C-1369-D616-5BD79BE52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0B764-DF15-4083-926C-D3B1293E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65312E-78A6-5244-01CA-399F2C75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7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C156-C9BD-75E7-B497-35F05EF8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71C25-8446-326F-92FF-AFA74A72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87641-925F-0A6D-D6BF-92733E64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722FF-D97A-CD85-0111-0DF42994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6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AB2865-CA74-08E4-64B8-B0C8DF09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75425-9380-ADCF-0664-D6508DB7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726C3-76BF-015C-700B-4AFB8935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0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F12B3-10F6-5DC8-306F-D4B03AAF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3FC31-2D6B-C699-6163-F9D30DD22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FA72-D75B-588D-002B-B7747AF12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1DF6B-E543-6DEF-7659-91EC19C2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2A1C5-E4D5-58EC-9CA9-1CD26BEA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CD0EA-B89F-4583-970B-387BFA04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43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DDF77-3DFD-3E89-6650-E6BCE1EEA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789358-29CA-0683-B588-3CBF2117D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21684-D667-94D9-CAAC-F31307E82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4A6B6-7E9D-072C-B9DA-7FD721FE1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31EAD-95C1-96BE-C4FC-7E045BAF1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96CE1-7E04-9728-DEB5-BF52AF049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3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41CF-7372-7ECB-6793-5924D81F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3D6A2-34E6-A746-B592-B253FE0C4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A9FBE-0A1C-7DBB-50A3-2E231317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9DD6C-381C-3870-5B2A-0A30C3B1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38792-7493-5680-391C-739E6661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3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05194C-C37A-CC63-1242-E6F898930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A8383-76EB-E98C-F1F8-5932A4B71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71B3C-0165-0C7E-EF49-D2BAC32C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98BFE-5AB2-3768-CEAA-08A76E77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CAB93-0256-2094-6F80-C3959968E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13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44108-829E-6A6C-DC7B-DE4A2E5F1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0B0F7-ECE5-396C-531D-AFB52B43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8E960-6C2E-8E93-F35E-142EF8477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359D3-7137-4A27-A4EE-6B04E11C2EF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786BA-5A05-7BA9-1F05-BDA0FCD74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9DC03-3900-660D-9BFB-A8D63BBEB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3726D-24FE-48FA-A998-F78D8CDF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9B75-A9C9-0B5C-07CF-B9E4261374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C4P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FF57-A1A6-2030-5620-F63A4CDB43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Connect Four Communication Protocol</a:t>
            </a:r>
          </a:p>
        </p:txBody>
      </p:sp>
    </p:spTree>
    <p:extLst>
      <p:ext uri="{BB962C8B-B14F-4D97-AF65-F5344CB8AC3E}">
        <p14:creationId xmlns:p14="http://schemas.microsoft.com/office/powerpoint/2010/main" val="90617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A9D2-3A4F-5690-7FDA-407DD9CC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จุดประสงค์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0E79F-C2EB-1623-2BBC-E83445BB9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จำลองการสื่อสารระหว่างผู้เล่นกับ</a:t>
            </a:r>
            <a:r>
              <a:rPr lang="en-US" dirty="0"/>
              <a:t> Game Server </a:t>
            </a:r>
            <a:r>
              <a:rPr lang="en-US" dirty="0" err="1"/>
              <a:t>ของเกม</a:t>
            </a:r>
            <a:r>
              <a:rPr lang="en-US" dirty="0"/>
              <a:t> Connect Four </a:t>
            </a:r>
            <a:r>
              <a:rPr lang="en-US" dirty="0" err="1"/>
              <a:t>โดยใช้</a:t>
            </a:r>
            <a:r>
              <a:rPr lang="en-US" dirty="0"/>
              <a:t> </a:t>
            </a:r>
            <a:r>
              <a:rPr lang="en-US" b="1" dirty="0"/>
              <a:t>TCP Socket</a:t>
            </a:r>
            <a:r>
              <a:rPr lang="en-US" dirty="0"/>
              <a:t> </a:t>
            </a:r>
            <a:r>
              <a:rPr lang="en-US" dirty="0" err="1"/>
              <a:t>เป็นช่องทางการสื่อสา</a:t>
            </a:r>
            <a:r>
              <a:rPr lang="th-TH" dirty="0"/>
              <a:t>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03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791BF-A83D-036C-E756-D677DA6E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4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4D2BA-5CF5-C04C-5499-89FCCC187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</a:t>
            </a:r>
            <a:r>
              <a:rPr lang="th-TH" dirty="0"/>
              <a:t>ผู้เล่น</a:t>
            </a:r>
          </a:p>
          <a:p>
            <a:r>
              <a:rPr lang="th-TH" dirty="0"/>
              <a:t>ผู้เล่นผลัดกันยอดเหรียญลงไปใน</a:t>
            </a:r>
            <a:r>
              <a:rPr lang="en-US" dirty="0"/>
              <a:t> column</a:t>
            </a:r>
            <a:r>
              <a:rPr lang="th-TH" dirty="0"/>
              <a:t> ที่เลือก</a:t>
            </a:r>
            <a:endParaRPr lang="en-US" dirty="0"/>
          </a:p>
          <a:p>
            <a:r>
              <a:rPr lang="th-TH" dirty="0"/>
              <a:t>สามารถเรียงเหรียญ </a:t>
            </a:r>
            <a:r>
              <a:rPr lang="en-US" dirty="0"/>
              <a:t>4</a:t>
            </a:r>
            <a:r>
              <a:rPr lang="th-TH" dirty="0"/>
              <a:t> เหรียญต่อกันได้จะถือว่าชนะ</a:t>
            </a:r>
          </a:p>
          <a:p>
            <a:endParaRPr lang="en-US" dirty="0"/>
          </a:p>
        </p:txBody>
      </p:sp>
      <p:pic>
        <p:nvPicPr>
          <p:cNvPr id="4" name="Picture 3" descr="Connect Four Game">
            <a:extLst>
              <a:ext uri="{FF2B5EF4-FFF2-40B4-BE49-F238E27FC236}">
                <a16:creationId xmlns:a16="http://schemas.microsoft.com/office/drawing/2014/main" id="{375489C2-57C8-CA4C-9BDA-45CA38A63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046" y="1178159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5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F182-D9FB-034E-5ACD-085C45A4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0E12F-8971-FFAC-B355-43D01BC99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Client–Server Architecture </a:t>
            </a:r>
            <a:r>
              <a:rPr lang="en-US" dirty="0" err="1"/>
              <a:t>ระบบประกอบด้วย</a:t>
            </a:r>
            <a:r>
              <a:rPr lang="en-US" dirty="0"/>
              <a:t> Client </a:t>
            </a:r>
            <a:r>
              <a:rPr lang="en-US" dirty="0" err="1"/>
              <a:t>และ</a:t>
            </a:r>
            <a:r>
              <a:rPr lang="en-US" dirty="0"/>
              <a:t> Server </a:t>
            </a:r>
            <a:r>
              <a:rPr lang="en-US" dirty="0" err="1"/>
              <a:t>โดย</a:t>
            </a:r>
            <a:r>
              <a:rPr lang="en-US" dirty="0"/>
              <a:t> Client </a:t>
            </a:r>
            <a:r>
              <a:rPr lang="en-US" dirty="0" err="1"/>
              <a:t>เป็นผู้ส่ง</a:t>
            </a:r>
            <a:r>
              <a:rPr lang="en-US" dirty="0"/>
              <a:t> Request </a:t>
            </a:r>
            <a:r>
              <a:rPr lang="en-US" dirty="0" err="1"/>
              <a:t>และ</a:t>
            </a:r>
            <a:r>
              <a:rPr lang="en-US" dirty="0"/>
              <a:t> Server </a:t>
            </a:r>
            <a:r>
              <a:rPr lang="en-US" dirty="0" err="1"/>
              <a:t>เป็นผู้ประมวลผลและส่ง</a:t>
            </a:r>
            <a:r>
              <a:rPr lang="en-US" dirty="0"/>
              <a:t> Response </a:t>
            </a:r>
            <a:r>
              <a:rPr lang="en-US" dirty="0" err="1"/>
              <a:t>กลับ</a:t>
            </a:r>
            <a:endParaRPr lang="en-US" dirty="0"/>
          </a:p>
          <a:p>
            <a:r>
              <a:rPr lang="th-TH" dirty="0"/>
              <a:t>ใช้ </a:t>
            </a:r>
            <a:r>
              <a:rPr lang="en-US" dirty="0"/>
              <a:t>TCP</a:t>
            </a:r>
          </a:p>
          <a:p>
            <a:r>
              <a:rPr lang="th-TH" dirty="0"/>
              <a:t>มีระบบ </a:t>
            </a:r>
            <a:r>
              <a:rPr lang="en-US" dirty="0"/>
              <a:t>LOG</a:t>
            </a:r>
          </a:p>
        </p:txBody>
      </p:sp>
    </p:spTree>
    <p:extLst>
      <p:ext uri="{BB962C8B-B14F-4D97-AF65-F5344CB8AC3E}">
        <p14:creationId xmlns:p14="http://schemas.microsoft.com/office/powerpoint/2010/main" val="1366732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247C8-E45C-C6E3-A0D8-925052EC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สาเหตุที่ใช้</a:t>
            </a:r>
            <a:r>
              <a:rPr lang="en-US" dirty="0"/>
              <a:t>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8B3A5-5E3E-189D-5F20-D899D6BAE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/>
              <a:t>ต้องการ </a:t>
            </a:r>
            <a:r>
              <a:rPr lang="en-US" dirty="0"/>
              <a:t>reliability</a:t>
            </a:r>
            <a:r>
              <a:rPr lang="th-TH" dirty="0"/>
              <a:t> เนื่องจากลำดับของแต่ละ</a:t>
            </a:r>
            <a:r>
              <a:rPr lang="en-US" dirty="0"/>
              <a:t> move</a:t>
            </a:r>
            <a:r>
              <a:rPr lang="th-TH" dirty="0"/>
              <a:t> สำคัญมาก</a:t>
            </a:r>
            <a:endParaRPr lang="en-US" dirty="0"/>
          </a:p>
        </p:txBody>
      </p:sp>
      <p:pic>
        <p:nvPicPr>
          <p:cNvPr id="4" name="Picture 3" descr="Infinite Connect Four - by Joel David Hamkins">
            <a:extLst>
              <a:ext uri="{FF2B5EF4-FFF2-40B4-BE49-F238E27FC236}">
                <a16:creationId xmlns:a16="http://schemas.microsoft.com/office/drawing/2014/main" id="{AD95ABCD-8E6F-CDE6-AA77-6AE16F90F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843" y="2587129"/>
            <a:ext cx="3938884" cy="343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60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F95D0-0161-EADC-1C41-C03A97DA2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BA09AB-9DE3-589E-C7B9-78B2B0F4D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9030019"/>
              </p:ext>
            </p:extLst>
          </p:nvPr>
        </p:nvGraphicFramePr>
        <p:xfrm>
          <a:off x="1462630" y="1809884"/>
          <a:ext cx="9266740" cy="38366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6685">
                  <a:extLst>
                    <a:ext uri="{9D8B030D-6E8A-4147-A177-3AD203B41FA5}">
                      <a16:colId xmlns:a16="http://schemas.microsoft.com/office/drawing/2014/main" val="3994481676"/>
                    </a:ext>
                  </a:extLst>
                </a:gridCol>
                <a:gridCol w="2316685">
                  <a:extLst>
                    <a:ext uri="{9D8B030D-6E8A-4147-A177-3AD203B41FA5}">
                      <a16:colId xmlns:a16="http://schemas.microsoft.com/office/drawing/2014/main" val="3705341040"/>
                    </a:ext>
                  </a:extLst>
                </a:gridCol>
                <a:gridCol w="2316685">
                  <a:extLst>
                    <a:ext uri="{9D8B030D-6E8A-4147-A177-3AD203B41FA5}">
                      <a16:colId xmlns:a16="http://schemas.microsoft.com/office/drawing/2014/main" val="1384605596"/>
                    </a:ext>
                  </a:extLst>
                </a:gridCol>
                <a:gridCol w="2316685">
                  <a:extLst>
                    <a:ext uri="{9D8B030D-6E8A-4147-A177-3AD203B41FA5}">
                      <a16:colId xmlns:a16="http://schemas.microsoft.com/office/drawing/2014/main" val="3605371111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Client Request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Server Response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Status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/>
                        <a:t>ความหมาย</a:t>
                      </a:r>
                      <a:endParaRPr lang="en-US" sz="1800" b="1" dirty="0"/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897518178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JOIN &lt;name&gt;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JOINED Welcome &lt;name&gt;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201 JOINED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เข้าร่วมระบบสำเร็จ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715413215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MOVE &lt;column&gt;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MOVE_ACCEPTED column=&lt;column&gt;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200 OK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การเดินถูกต้อง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501650876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STATUS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GAME_STATE &lt;state&gt;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200 OK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ส่งสถานะปัจจุบันของเกม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997814574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QUIT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BYE Goodbye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221 BYE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ยุติการเชื่อมต่อ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616233820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Invalid command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Unknown command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400 BAD_REQUEST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ไม่รู้จักคำสั่ง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763914400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Invalid argument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Invalid &lt;argument&gt;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400 BAD_REQUEST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Argument ไม่ถูกต้อง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935143841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Invalid protocol version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Unsupported protocol version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400 BAD_REQUEST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Version </a:t>
                      </a:r>
                      <a:r>
                        <a:rPr lang="en-US" sz="1600" dirty="0" err="1"/>
                        <a:t>ไม่รองรับ</a:t>
                      </a:r>
                      <a:endParaRPr lang="en-US" sz="1600" dirty="0"/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139772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9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9a60f9-9af7-406d-8410-c3b0673b51a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BC1312AEB3C042B9BA65D9DDCE6AFE" ma:contentTypeVersion="10" ma:contentTypeDescription="Create a new document." ma:contentTypeScope="" ma:versionID="397d6df78ad2b7fe198ae1603783db1c">
  <xsd:schema xmlns:xsd="http://www.w3.org/2001/XMLSchema" xmlns:xs="http://www.w3.org/2001/XMLSchema" xmlns:p="http://schemas.microsoft.com/office/2006/metadata/properties" xmlns:ns3="949a60f9-9af7-406d-8410-c3b0673b51ac" targetNamespace="http://schemas.microsoft.com/office/2006/metadata/properties" ma:root="true" ma:fieldsID="dc4c60fd8bf884be210a8d55add415de" ns3:_="">
    <xsd:import namespace="949a60f9-9af7-406d-8410-c3b0673b51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9a60f9-9af7-406d-8410-c3b0673b51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CA9EAB-3E02-45BC-8E69-4BFE3A97ECA1}">
  <ds:schemaRefs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949a60f9-9af7-406d-8410-c3b0673b51a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A0D60B7-C702-4908-A576-C22186B41D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9a60f9-9af7-406d-8410-c3b0673b51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D91DF6-E3C1-42F2-9E64-67495F0CDB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198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C4P</vt:lpstr>
      <vt:lpstr>จุดประสงค์</vt:lpstr>
      <vt:lpstr>Connect 4 Rules</vt:lpstr>
      <vt:lpstr>Characteristics</vt:lpstr>
      <vt:lpstr>สาเหตุที่ใช้ TCP</vt:lpstr>
      <vt:lpstr>Protocol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Khachen PHETSUK</dc:creator>
  <cp:lastModifiedBy>Khachen PHETSUK</cp:lastModifiedBy>
  <cp:revision>2</cp:revision>
  <dcterms:created xsi:type="dcterms:W3CDTF">2026-08-23T18:12:19Z</dcterms:created>
  <dcterms:modified xsi:type="dcterms:W3CDTF">2026-08-25T13:21:17Z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0x01010037BC1312AEB3C042B9BA65D9DDCE6AFE</vt:lpwstr>
  </property>
</Properties>
</file>